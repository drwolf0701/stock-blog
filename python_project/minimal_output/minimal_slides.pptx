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財經快訊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更新: 2026-02-12 23:07</a:t>
            </a:r>
          </a:p>
          <a:p/>
          <a:p>
            <a:r>
              <a:t>要點:</a:t>
            </a:r>
          </a:p>
          <a:p>
            <a:r>
              <a:t>• 市場狀態: 平穩</a:t>
            </a:r>
          </a:p>
          <a:p>
            <a:r>
              <a:t>• 風險等級: 中等</a:t>
            </a:r>
          </a:p>
          <a:p>
            <a:r>
              <a:t>• 建議: 謹慎觀察</a:t>
            </a:r>
          </a:p>
          <a:p/>
          <a:p>
            <a:r>
              <a:t>OpenClaw 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