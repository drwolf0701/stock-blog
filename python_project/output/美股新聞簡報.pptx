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美股盤前重點新聞彙整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2026年02月12日</a:t>
            </a:r>
          </a:p>
          <a:p>
            <a:r>
              <a:t>生成工具: OpenClaw 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簡報目錄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市場概況</a:t>
            </a:r>
          </a:p>
          <a:p>
            <a:r>
              <a:t>2. 重點新聞分析</a:t>
            </a:r>
          </a:p>
          <a:p>
            <a:r>
              <a:t>3. 數據統計</a:t>
            </a:r>
          </a:p>
          <a:p>
            <a:r>
              <a:t>4. 風險提示</a:t>
            </a:r>
          </a:p>
          <a:p>
            <a:r>
              <a:t>5. 投資建議</a:t>
            </a:r>
          </a:p>
          <a:p>
            <a:r>
              <a:t>6. 總結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市場概況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📈 主要指數表現:</a:t>
            </a:r>
          </a:p>
          <a:p>
            <a:r>
              <a:t>• 道瓊工業指數: 小幅上漲</a:t>
            </a:r>
          </a:p>
          <a:p>
            <a:r>
              <a:t>• 那斯達克指數: 科技股領漲</a:t>
            </a:r>
          </a:p>
          <a:p>
            <a:r>
              <a:t>• S&amp;P 500指數: 穩健表現</a:t>
            </a:r>
          </a:p>
          <a:p/>
          <a:p>
            <a:r>
              <a:t>💰 資金流向:</a:t>
            </a:r>
          </a:p>
          <a:p>
            <a:r>
              <a:t>• 資金從成長股流向防禦型股票</a:t>
            </a:r>
          </a:p>
          <a:p>
            <a:r>
              <a:t>• 債市殖利率上升吸引部分資金</a:t>
            </a:r>
          </a:p>
          <a:p>
            <a:r>
              <a:t>• 投資策略趨向保守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重點新聞分析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🔥 高重要性新聞:</a:t>
            </a:r>
          </a:p>
          <a:p>
            <a:r>
              <a:t>• 美國1月就業報告超預期</a:t>
            </a:r>
          </a:p>
          <a:p>
            <a:r>
              <a:t>   - 非農數據大幅超出市場預期</a:t>
            </a:r>
          </a:p>
          <a:p>
            <a:r>
              <a:t>   - 可能推遲聯準會降息時程</a:t>
            </a:r>
          </a:p>
          <a:p/>
          <a:p>
            <a:r>
              <a:t>• 台積電ADR勁揚3-4%</a:t>
            </a:r>
          </a:p>
          <a:p>
            <a:r>
              <a:t>   - 帶動半導體類股走勢</a:t>
            </a:r>
          </a:p>
          <a:p>
            <a:r>
              <a:t>   - AI需求持續支撐股價</a:t>
            </a:r>
          </a:p>
          <a:p/>
          <a:p>
            <a:r>
              <a:t>📰 其他重要新聞:</a:t>
            </a:r>
          </a:p>
          <a:p>
            <a:r>
              <a:t>• AI投資熱潮持續</a:t>
            </a:r>
          </a:p>
          <a:p>
            <a:r>
              <a:t>• 企業財報季進行中</a:t>
            </a:r>
          </a:p>
          <a:p>
            <a:r>
              <a:t>• 資金流向防禦型股票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數據統計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📊 新聞統計:</a:t>
            </a:r>
          </a:p>
          <a:p>
            <a:pPr/>
            <a:r>
              <a:t>• 總新聞數: 5則</a:t>
            </a:r>
          </a:p>
          <a:p>
            <a:pPr lvl="1"/>
            <a:r>
              <a:t>• 高重要性: 2則</a:t>
            </a:r>
          </a:p>
          <a:p>
            <a:pPr lvl="1"/>
            <a:r>
              <a:t>• 中重要性: 3則</a:t>
            </a:r>
          </a:p>
          <a:p>
            <a:pPr>
              <a:defRPr b="1"/>
            </a:pPr>
            <a:r>
              <a:t>⏰ 時間分布:</a:t>
            </a:r>
          </a:p>
          <a:p>
            <a:pPr/>
            <a:r>
              <a:t>• 最早發布: 08:45</a:t>
            </a:r>
          </a:p>
          <a:p>
            <a:pPr lvl="1"/>
            <a:r>
              <a:t>• 最晚發布: 11:15</a:t>
            </a:r>
          </a:p>
          <a:p>
            <a:pPr lvl="1"/>
            <a:r>
              <a:t>• 平均間隔: 約30分鐘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風險提示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⚠️ 主要風險:</a:t>
            </a:r>
          </a:p>
          <a:p>
            <a:r>
              <a:t>• 強勁就業數據可能延後降息時程</a:t>
            </a:r>
          </a:p>
          <a:p>
            <a:r>
              <a:t>• AI相關股票估值偏高，需留意回調風險</a:t>
            </a:r>
          </a:p>
          <a:p>
            <a:r>
              <a:t>• 市場波動可能加大</a:t>
            </a:r>
          </a:p>
          <a:p>
            <a:r>
              <a:t>• 企業財報結果可能影響個股走勢</a:t>
            </a:r>
          </a:p>
          <a:p>
            <a:r>
              <a:t>• 資金流向變化可能導致板塊輪動</a:t>
            </a:r>
          </a:p>
          <a:p/>
          <a:p>
            <a:r>
              <a:t>🛡️ 風險管理建議:</a:t>
            </a:r>
          </a:p>
          <a:p>
            <a:r>
              <a:t>• 控制投資部位</a:t>
            </a:r>
          </a:p>
          <a:p>
            <a:r>
              <a:t>• 分散投資組合</a:t>
            </a:r>
          </a:p>
          <a:p>
            <a:r>
              <a:t>• 保持適當現金部位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投資建議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短期建議:</a:t>
            </a:r>
          </a:p>
          <a:p>
            <a:r>
              <a:t>• 關注防禦型板塊（公用事業、必需消費品）</a:t>
            </a:r>
          </a:p>
          <a:p>
            <a:r>
              <a:t>• 密切關注後續經濟數據發布</a:t>
            </a:r>
          </a:p>
          <a:p>
            <a:r>
              <a:t>• 考慮價值型股票配置</a:t>
            </a:r>
          </a:p>
          <a:p/>
          <a:p>
            <a:r>
              <a:t>📈 中期建議:</a:t>
            </a:r>
          </a:p>
          <a:p>
            <a:r>
              <a:t>• 分散投資以降低風險</a:t>
            </a:r>
          </a:p>
          <a:p>
            <a:r>
              <a:t>• 關注AI相關供應鏈機會</a:t>
            </a:r>
          </a:p>
          <a:p>
            <a:r>
              <a:t>• 留意半導體產業復甦</a:t>
            </a:r>
          </a:p>
          <a:p/>
          <a:p>
            <a:r>
              <a:t>💰 長期建議:</a:t>
            </a:r>
          </a:p>
          <a:p>
            <a:r>
              <a:t>• 保持投資紀律</a:t>
            </a:r>
          </a:p>
          <a:p>
            <a:r>
              <a:t>• 定期檢視投資組合</a:t>
            </a:r>
          </a:p>
          <a:p>
            <a:r>
              <a:t>• 把握市場調整機會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重點回顧:</a:t>
            </a:r>
          </a:p>
          <a:p>
            <a:r>
              <a:t>1. 就業數據強勁，可能影響貨幣政策</a:t>
            </a:r>
          </a:p>
          <a:p>
            <a:r>
              <a:t>2. 台積電表現亮眼，帶動半導體類股</a:t>
            </a:r>
          </a:p>
          <a:p>
            <a:r>
              <a:t>3. AI投資熱潮持續，但需關注估值</a:t>
            </a:r>
          </a:p>
          <a:p>
            <a:r>
              <a:t>4. 資金流向趨向保守</a:t>
            </a:r>
          </a:p>
          <a:p>
            <a:r>
              <a:t>5. 風險與機會並存</a:t>
            </a:r>
          </a:p>
          <a:p/>
          <a:p>
            <a:r>
              <a:t>🔮 展望:</a:t>
            </a:r>
          </a:p>
          <a:p>
            <a:r>
              <a:t>• 密切關注聯準會政策動向</a:t>
            </a:r>
          </a:p>
          <a:p>
            <a:r>
              <a:t>• 留意企業財報表現</a:t>
            </a:r>
          </a:p>
          <a:p>
            <a:r>
              <a:t>• 把握結構性投資機會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感謝聆聽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報告生成時間:</a:t>
            </a:r>
          </a:p>
          <a:p>
            <a:r>
              <a:t>2026-02-12 23:06:55</a:t>
            </a:r>
          </a:p>
          <a:p/>
          <a:p>
            <a:r>
              <a:t>生成工具:</a:t>
            </a:r>
          </a:p>
          <a:p>
            <a:r>
              <a:t>OpenClaw 可愛助理 🐻</a:t>
            </a:r>
          </a:p>
          <a:p/>
          <a:p>
            <a:r>
              <a:t>注意事項:</a:t>
            </a:r>
          </a:p>
          <a:p>
            <a:r>
              <a:t>本報告僅供參考，不構成投資建議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