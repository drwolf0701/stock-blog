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財經新聞分析報告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66092"/>
                </a:solidFill>
              </a:defRPr>
            </a:pPr>
            <a:r>
              <a:t>專業分析 · 數據驅動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市場數據圖表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📈 圖表示例位置</a:t>
            </a:r>
          </a:p>
          <a:p/>
          <a:p>
            <a:r>
              <a:t>此處可插入:</a:t>
            </a:r>
          </a:p>
          <a:p>
            <a:r>
              <a:t>• 股價走勢圖</a:t>
            </a:r>
          </a:p>
          <a:p>
            <a:r>
              <a:t>• 資金流向圖</a:t>
            </a:r>
          </a:p>
          <a:p>
            <a:r>
              <a:t>• 產業分布圖</a:t>
            </a:r>
          </a:p>
          <a:p>
            <a:r>
              <a:t>• 風險熱力圖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💡 圖表生成說明</a:t>
            </a:r>
          </a:p>
          <a:p/>
          <a:p>
            <a:r>
              <a:t>使用工具:</a:t>
            </a:r>
          </a:p>
          <a:p>
            <a:r>
              <a:t>• matplotlib 生成圖表</a:t>
            </a:r>
          </a:p>
          <a:p>
            <a:r>
              <a:t>• Peekaboo 截取畫面</a:t>
            </a:r>
          </a:p>
          <a:p>
            <a:r>
              <a:t>• 插入為圖片</a:t>
            </a:r>
          </a:p>
          <a:p>
            <a:r>
              <a:t>• 自動更新數據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新聞時間軸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🕗 08:45 - 台積電ADR勁揚</a:t>
            </a:r>
          </a:p>
          <a:p>
            <a:r>
              <a:t>   半導體類股走強</a:t>
            </a:r>
          </a:p>
          <a:p/>
          <a:p>
            <a:r>
              <a:t>🕘 09:00 - 就業數據發布</a:t>
            </a:r>
          </a:p>
          <a:p>
            <a:r>
              <a:t>   非農數據超預期</a:t>
            </a:r>
          </a:p>
          <a:p/>
          <a:p>
            <a:r>
              <a:t>🕤 09:45 - 資金流向分析</a:t>
            </a:r>
          </a:p>
          <a:p>
            <a:r>
              <a:t>   流向防禦型股票</a:t>
            </a:r>
          </a:p>
          <a:p/>
          <a:p>
            <a:r>
              <a:t>🕥 10:30 - AI投資趨勢</a:t>
            </a:r>
          </a:p>
          <a:p>
            <a:r>
              <a:t>   市場關注估值</a:t>
            </a:r>
          </a:p>
          <a:p/>
          <a:p>
            <a:r>
              <a:t>🕚 11:15 - 財報季更新</a:t>
            </a:r>
          </a:p>
          <a:p>
            <a:r>
              <a:t>   企業展望受關注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